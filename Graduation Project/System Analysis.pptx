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78EE6-BBFB-4EE5-B859-9F3A08AA3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2B432-F1A1-4237-9BEF-B189895C2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FBD02-E237-4D59-AD10-28F1CE27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CECA-F699-4826-AC4F-CF9180A7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4952F-A29C-4F08-910F-C1BBC18D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3280-1E91-4CCE-8B54-F660E54E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F97D9-2DB0-4052-992D-78FD54B53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EEF0-F599-47B3-AA9A-AC8178B7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FCC89-7587-47EF-AE70-78FB071E0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9D77C-9695-439E-B53A-5382D185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4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4CE7-F8D4-469C-930A-E8E17534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7A4F2-C435-4D8A-89E6-84E2A656F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FAAB4-6B34-4B31-A767-5EE32003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C9B6D-AA8C-4ADE-9B31-A73EA9527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3600-A1EC-4AB5-9D2D-1218EE3E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8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8139-E990-41CE-B27E-9C3CB8C6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E8C9-E699-45F4-84F1-E2909FE4A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67FED-B0ED-45C9-8106-2E6F35AF7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95D07-346C-4FCE-847B-075C9AAC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EE379-0DE6-4B59-B542-0C6AFB03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B1435-469A-4A0E-B4F7-2345E483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2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7B77-2CFF-4944-BB45-9D0EDE4F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D5329-3724-465A-BA87-B9485E29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8F6A6-FA61-4404-9198-2832EC6FB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E41CA-C966-4973-BBDE-DE4DCACC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EAF1E-01FC-44F5-8D36-EFDB17F73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5A8008-370A-4E9D-A521-AC486E117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CD42A2-EF65-4BEC-A6DF-AF1671AC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F834F-CE87-4B44-8D1C-6167DB81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2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DEFD-AAAB-489C-B94B-62C0DBAD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79CF6-1619-4CDB-88C4-4D61975D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908A4-043B-4A3E-AA54-9A3BDE56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3993A-DE71-4596-BFFC-BD291409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6E539-E005-49C3-A938-246FB743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B4889-B066-48D0-B3A4-421D6D6D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91808-9447-4519-AEEF-6E21DEDE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3028-BA7A-4127-BA41-5B94F44C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7FF4F-61E3-4E6E-A527-F236BED84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5F066-0E4A-42A9-BE54-62E742F17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B6351-D99E-4A65-9722-8025EF13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B7495-B3BD-4161-ACA1-83134467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AC122-93D2-407B-84AC-42158246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4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E545-C919-4B45-A2D7-D396CA35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327467-651C-4BE4-BC5B-B46EB6E97A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6EA42-988E-4DFF-9C91-A643ADB62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25965-04D5-4640-BDE4-4AC1684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C8BA3-785A-4DE0-859E-0C83D08BA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A4D99-E469-4524-A70A-B292FE78A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66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27C6-AF7A-4F22-881B-941821010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0C33C-EEE8-4603-91E7-54A4608F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F9475-4866-4E80-81B1-EA725584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EC1BD-E1B6-4F50-A2E3-F7D3C6B5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B1CB-3671-4911-880B-3ED794D1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6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88F69B-88C9-4FEA-A07F-12DA0770A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93180-75C5-4A8D-BBF0-5B17F5E98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7223D-67FC-4A74-915F-93075CDA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C5EB8-BE2E-4604-A627-C289CD69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4C4B3-E540-4236-A964-E83AC53C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0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C5138-D69A-4626-84F5-5E1628C1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08872-DA95-437A-950D-E3D17FAB4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D0BEF-4924-4262-951A-8316892E4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DA4E8-CF35-4317-9655-2DE48E4DC28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EF557-343A-4D5C-AF2E-4EF212A34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44DC2-962B-4372-991E-4F190BB3C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FDD91-A77D-4A83-AEF7-A27C84957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3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AA2E-AC66-48D9-BE46-370553BF8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169145"/>
          </a:xfrm>
        </p:spPr>
        <p:txBody>
          <a:bodyPr/>
          <a:lstStyle/>
          <a:p>
            <a:r>
              <a:rPr lang="en-US" dirty="0"/>
              <a:t>Charity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48D74-4FD4-4113-82A5-8A58199CD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44896"/>
            <a:ext cx="9144000" cy="27129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976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5ABF-B034-450A-B67C-D6DCF04CC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309"/>
          </a:xfrm>
        </p:spPr>
        <p:txBody>
          <a:bodyPr>
            <a:normAutofit fontScale="90000"/>
          </a:bodyPr>
          <a:lstStyle/>
          <a:p>
            <a:r>
              <a:rPr lang="en-US" dirty="0"/>
              <a:t>Context Level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C3A42-91E4-4511-9EB5-19F56D0E9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958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3D69-4F71-4854-952C-5FA465AF5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376"/>
          </a:xfrm>
        </p:spPr>
        <p:txBody>
          <a:bodyPr>
            <a:normAutofit fontScale="90000"/>
          </a:bodyPr>
          <a:lstStyle/>
          <a:p>
            <a:r>
              <a:rPr lang="en-US" dirty="0"/>
              <a:t>Zero Level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6F6E-3276-4BF6-800C-08E9E3C2D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636"/>
            <a:ext cx="10515600" cy="510832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30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87E6-E82F-49DE-9E27-7A1E1CD75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7410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AC0C66-5D87-4B11-94CD-3E2C06B72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53" y="1112838"/>
            <a:ext cx="7368493" cy="5064125"/>
          </a:xfrm>
        </p:spPr>
      </p:pic>
    </p:spTree>
    <p:extLst>
      <p:ext uri="{BB962C8B-B14F-4D97-AF65-F5344CB8AC3E}">
        <p14:creationId xmlns:p14="http://schemas.microsoft.com/office/powerpoint/2010/main" val="367449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81605-475D-4E57-8BD2-2C2417B8E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FAD0-4B07-4D02-907E-59D0A793C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17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12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Charity Management System</vt:lpstr>
      <vt:lpstr>Context Level Diagram</vt:lpstr>
      <vt:lpstr>Zero Level Diagram</vt:lpstr>
      <vt:lpstr>Use Case 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Charity Management System</dc:title>
  <dc:creator>AminAli</dc:creator>
  <cp:lastModifiedBy>AminAli</cp:lastModifiedBy>
  <cp:revision>6</cp:revision>
  <dcterms:created xsi:type="dcterms:W3CDTF">2022-09-06T13:15:28Z</dcterms:created>
  <dcterms:modified xsi:type="dcterms:W3CDTF">2022-09-17T16:56:53Z</dcterms:modified>
</cp:coreProperties>
</file>